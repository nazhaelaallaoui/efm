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aallaouinazha@gmail.com" initials="e" lastIdx="1" clrIdx="0">
    <p:extLst>
      <p:ext uri="{19B8F6BF-5375-455C-9EA6-DF929625EA0E}">
        <p15:presenceInfo xmlns:p15="http://schemas.microsoft.com/office/powerpoint/2012/main" userId="34c8f07eac3bb2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BCC"/>
    <a:srgbClr val="2F97FF"/>
    <a:srgbClr val="E30000"/>
    <a:srgbClr val="E60000"/>
    <a:srgbClr val="E67D31"/>
    <a:srgbClr val="BC0000"/>
    <a:srgbClr val="FF6161"/>
    <a:srgbClr val="C00000"/>
    <a:srgbClr val="EFF5FB"/>
    <a:srgbClr val="004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>
        <p:scale>
          <a:sx n="44" d="100"/>
          <a:sy n="44" d="100"/>
        </p:scale>
        <p:origin x="1448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9C215-1F6D-48B8-8433-DF770BD0A0AC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8B8ECD-CF62-49C7-931E-3F7A6BE9C7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57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8CF5E7-07AE-4E71-98C8-056E0EA7F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135160-E537-44F5-BDF7-700308DBA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C31302-C2E5-41F0-A2AB-81C2EC8FD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6111C1-0BA7-4132-8E11-981598FE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7B6FC0-202E-4817-AD18-9B8D6B28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3706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CE8D9D-42AD-4EF3-B88B-0BD2A6FB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9C064B-0B2F-4CED-BFF3-61347F7BB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1603E5-8627-4BCB-A99F-FAFBF3EC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BAC9F5-70CE-4DE6-A72A-886BCF07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9F4FBD-BA81-407F-976A-20B362EF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248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6CDA7B-1090-4A47-B5CA-B88E3DB0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2160F2-C7BE-4BD3-A293-FA332C020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479B7C-1C81-4A23-B2D8-3B2B4ECE7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B5E9A0-5A18-49E8-B2C7-F46FCC74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8D6648-2594-43B4-8BCD-E85E94425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981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CF2A9C-9944-4BCE-A062-655431C09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45524C-D4EF-42F9-9DBF-C61C3FE46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6677732-AC96-456A-A018-EF3A00C24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8D9FD23-7C40-404D-ACCA-0CA8AFA5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F76BCD-74C5-420A-ABF0-864EAFBC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AD5A04-5E81-475D-A61D-49326E82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939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838722-EB16-413F-9156-B7D2BDA9A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6A4666-34C7-41A7-B84F-FE0EBEE98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940AF6D-5516-4207-8354-71C0C8DB8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69C5D5-0D10-42D5-BA40-E6A8E745D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3E866F3-022A-4090-8415-4F4815CDE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EE022C4-D79A-4F56-BF9B-C34E6F5A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B292EF6-76DF-4FD8-98C3-6D0C476A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F31BF8C-0E63-4A06-B789-92AF9B88E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112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E1B1F2-7101-454E-97B6-CB5635D61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B45EAC-D5D6-46D5-BFF4-FF9BF15A2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98DAAB-CB78-46C5-91CE-4397BC8C1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C68407-E865-4801-97DE-670D64C3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58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0953655-8034-4D7F-A329-874A49C96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4B2B3CC-82B4-4A76-9B26-02C31EEA9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D19A02-A7C9-4971-8FDA-09C07F72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4479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53AF02-50E8-4BC8-84C7-07D782190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85EC3F-E161-4037-8ED5-9BF8FA676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24CC5E-3B96-42A7-B45F-768E05662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0288D3-8EC4-446D-A81B-0F126E23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044194-C495-4F93-9851-0F8513460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AE893F-F37E-4AAB-9F0D-B9DB21137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5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8ABF15-77B6-47E9-87C6-4342675A4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3A08A4-24D7-4260-86B1-665B52D01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81951D-58B7-4B9B-9828-E2E8A7305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E6E2EC-0F9D-4FD2-9D9E-5D566049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CCC3EB-6235-4A40-8CDE-59160F7B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2C545CE-5F97-44E3-A098-B1EDC88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41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15BB01-2E09-4127-9C2E-FAF59A14F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AF7B6C-FCB5-458E-95CE-8B7ACC4E5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B0B782-278C-4DBF-A8AF-CF5613405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C8562A-66AA-413B-AE06-C30A9E3C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291BD8-9CD9-4C18-B543-ABEB0C6A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72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6EC1FE-4D4A-46F7-BFF0-F5A4AE891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7DC4A6-5048-4053-8371-43B3AEC98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74C123-99DC-4C65-B53A-4DBA0043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34ACF1-5936-4427-99EB-A1E493CD6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08D5B8-C141-4D50-B7D7-6B923FAD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072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725EF5F-584E-400F-887B-AA98F4D3C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1380A8-5FE1-4DE2-B572-50D8CFBD7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1A3EF2-5F0C-4355-B4B2-981D3D4FB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12F55-ACFD-45BB-8C0D-5099DBE44A96}" type="datetimeFigureOut">
              <a:rPr lang="fr-FR" smtClean="0"/>
              <a:t>01/01/2026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A2E091-9261-4500-AD4B-6239C7E20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36D6D4-4270-4637-A728-4AA55F504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C2FD1-1876-4F70-95E7-39F47D1638E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34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B4A6CE11-AD93-48E6-969C-7C54EDA15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843" y="1798897"/>
            <a:ext cx="4501043" cy="1101058"/>
          </a:xfrm>
          <a:solidFill>
            <a:srgbClr val="EFF5FB"/>
          </a:solidFill>
        </p:spPr>
        <p:txBody>
          <a:bodyPr>
            <a:normAutofit/>
          </a:bodyPr>
          <a:lstStyle/>
          <a:p>
            <a:pPr marL="742950" lvl="1" indent="-285750"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r-FR" sz="1600" b="1" dirty="0"/>
              <a:t>Assurance Tiers </a:t>
            </a:r>
          </a:p>
          <a:p>
            <a:pPr marL="742950" lvl="1" indent="-285750" algn="l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r-FR" sz="1600" b="1" dirty="0"/>
              <a:t>Assurance Tiers+ </a:t>
            </a:r>
          </a:p>
          <a:p>
            <a:pPr marL="742950" lvl="1" indent="-285750" algn="l">
              <a:buClr>
                <a:srgbClr val="FF0000"/>
              </a:buClr>
              <a:buSzPct val="102000"/>
              <a:buFont typeface="Wingdings" panose="05000000000000000000" pitchFamily="2" charset="2"/>
              <a:buChar char="ü"/>
            </a:pPr>
            <a:r>
              <a:rPr lang="fr-FR" sz="1600" b="1" dirty="0"/>
              <a:t>Assurance Tous Risques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C8A4C0-FF07-4D27-9209-631266CE76DB}"/>
              </a:ext>
            </a:extLst>
          </p:cNvPr>
          <p:cNvSpPr/>
          <p:nvPr/>
        </p:nvSpPr>
        <p:spPr>
          <a:xfrm>
            <a:off x="1606730" y="958600"/>
            <a:ext cx="4480439" cy="840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48000">
                <a:schemeClr val="accent1">
                  <a:shade val="67500"/>
                  <a:satMod val="115000"/>
                </a:schemeClr>
              </a:gs>
              <a:gs pos="63000">
                <a:schemeClr val="accent1">
                  <a:shade val="100000"/>
                  <a:satMod val="115000"/>
                </a:schemeClr>
              </a:gs>
              <a:gs pos="65000">
                <a:schemeClr val="accent1">
                  <a:shade val="100000"/>
                  <a:satMod val="115000"/>
                </a:schemeClr>
              </a:gs>
              <a:gs pos="63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/>
              <a:t>ASSURANCE AUTOMOBILE</a:t>
            </a:r>
          </a:p>
          <a:p>
            <a:pPr algn="ctr"/>
            <a:r>
              <a:rPr lang="fr-FR" sz="28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AU MAROC 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27E6E01-52DA-4C3A-A088-DA7CE45E67B1}"/>
              </a:ext>
            </a:extLst>
          </p:cNvPr>
          <p:cNvCxnSpPr>
            <a:cxnSpLocks/>
          </p:cNvCxnSpPr>
          <p:nvPr/>
        </p:nvCxnSpPr>
        <p:spPr>
          <a:xfrm>
            <a:off x="4937760" y="1614666"/>
            <a:ext cx="8063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49BBDCC-279B-426F-A976-BC69B29372E2}"/>
              </a:ext>
            </a:extLst>
          </p:cNvPr>
          <p:cNvCxnSpPr>
            <a:cxnSpLocks/>
          </p:cNvCxnSpPr>
          <p:nvPr/>
        </p:nvCxnSpPr>
        <p:spPr>
          <a:xfrm>
            <a:off x="1998616" y="1614666"/>
            <a:ext cx="7821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FC4DF77C-8B11-48E9-8080-7FEBAB3B8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73" y="2793045"/>
            <a:ext cx="4486326" cy="2960055"/>
          </a:xfrm>
          <a:prstGeom prst="rect">
            <a:avLst/>
          </a:prstGeom>
          <a:solidFill>
            <a:srgbClr val="FFC000"/>
          </a:solidFill>
          <a:effectLst>
            <a:reflection blurRad="6350" stA="50000" endA="300" endPos="90000" dist="50800" dir="5400000" sy="-100000" algn="bl" rotWithShape="0"/>
          </a:effectLst>
        </p:spPr>
      </p:pic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9AED0363-3BB6-4A97-93CD-BCC93ADFB1F0}"/>
              </a:ext>
            </a:extLst>
          </p:cNvPr>
          <p:cNvSpPr/>
          <p:nvPr/>
        </p:nvSpPr>
        <p:spPr>
          <a:xfrm>
            <a:off x="1606730" y="3740252"/>
            <a:ext cx="4501043" cy="84029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>
              <a:highlight>
                <a:srgbClr val="EFF5FB"/>
              </a:highlight>
            </a:endParaRPr>
          </a:p>
        </p:txBody>
      </p:sp>
      <p:sp>
        <p:nvSpPr>
          <p:cNvPr id="19" name="Flèche : pentagone 18">
            <a:extLst>
              <a:ext uri="{FF2B5EF4-FFF2-40B4-BE49-F238E27FC236}">
                <a16:creationId xmlns:a16="http://schemas.microsoft.com/office/drawing/2014/main" id="{D6BE2905-961F-4F4F-8A40-273F024C0435}"/>
              </a:ext>
            </a:extLst>
          </p:cNvPr>
          <p:cNvSpPr/>
          <p:nvPr/>
        </p:nvSpPr>
        <p:spPr>
          <a:xfrm>
            <a:off x="5337031" y="3686683"/>
            <a:ext cx="540590" cy="107129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Camion</a:t>
            </a:r>
            <a:endParaRPr lang="fr-FR" dirty="0"/>
          </a:p>
        </p:txBody>
      </p:sp>
      <p:sp>
        <p:nvSpPr>
          <p:cNvPr id="20" name="Flèche : pentagone 19">
            <a:extLst>
              <a:ext uri="{FF2B5EF4-FFF2-40B4-BE49-F238E27FC236}">
                <a16:creationId xmlns:a16="http://schemas.microsoft.com/office/drawing/2014/main" id="{67398AD3-538D-435A-B177-91FE32C56150}"/>
              </a:ext>
            </a:extLst>
          </p:cNvPr>
          <p:cNvSpPr/>
          <p:nvPr/>
        </p:nvSpPr>
        <p:spPr>
          <a:xfrm>
            <a:off x="4566291" y="3686684"/>
            <a:ext cx="540590" cy="107129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Moto</a:t>
            </a:r>
          </a:p>
        </p:txBody>
      </p:sp>
      <p:sp>
        <p:nvSpPr>
          <p:cNvPr id="21" name="Flèche : pentagone 20">
            <a:extLst>
              <a:ext uri="{FF2B5EF4-FFF2-40B4-BE49-F238E27FC236}">
                <a16:creationId xmlns:a16="http://schemas.microsoft.com/office/drawing/2014/main" id="{54B1D4A5-EBAC-4E83-8184-DD7026205DD2}"/>
              </a:ext>
            </a:extLst>
          </p:cNvPr>
          <p:cNvSpPr/>
          <p:nvPr/>
        </p:nvSpPr>
        <p:spPr>
          <a:xfrm>
            <a:off x="3781151" y="3686683"/>
            <a:ext cx="595133" cy="107129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/>
              <a:t>Voiture</a:t>
            </a:r>
          </a:p>
        </p:txBody>
      </p:sp>
      <p:sp>
        <p:nvSpPr>
          <p:cNvPr id="22" name="Rectangle : avec coins arrondis en diagonale 21">
            <a:extLst>
              <a:ext uri="{FF2B5EF4-FFF2-40B4-BE49-F238E27FC236}">
                <a16:creationId xmlns:a16="http://schemas.microsoft.com/office/drawing/2014/main" id="{1F608B59-8A5A-42FD-B737-BCE43DB0CB6A}"/>
              </a:ext>
            </a:extLst>
          </p:cNvPr>
          <p:cNvSpPr/>
          <p:nvPr/>
        </p:nvSpPr>
        <p:spPr>
          <a:xfrm>
            <a:off x="1611412" y="3650171"/>
            <a:ext cx="1348356" cy="170956"/>
          </a:xfrm>
          <a:prstGeom prst="round2Diag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 : avec coins arrondis en haut 22">
            <a:extLst>
              <a:ext uri="{FF2B5EF4-FFF2-40B4-BE49-F238E27FC236}">
                <a16:creationId xmlns:a16="http://schemas.microsoft.com/office/drawing/2014/main" id="{40B44A92-97A6-4D13-A873-F40D3DA4ACB0}"/>
              </a:ext>
            </a:extLst>
          </p:cNvPr>
          <p:cNvSpPr/>
          <p:nvPr/>
        </p:nvSpPr>
        <p:spPr>
          <a:xfrm>
            <a:off x="1704572" y="3584801"/>
            <a:ext cx="1187820" cy="195889"/>
          </a:xfrm>
          <a:prstGeom prst="round2Same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NOS AVANTAGES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ADBABBD8-2343-41A0-A3CE-D1A6AAE0C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545" y="3886496"/>
            <a:ext cx="4440454" cy="62868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4F400DC-B603-4F21-BD32-BD7053CCC0D9}"/>
              </a:ext>
            </a:extLst>
          </p:cNvPr>
          <p:cNvSpPr txBox="1"/>
          <p:nvPr/>
        </p:nvSpPr>
        <p:spPr>
          <a:xfrm>
            <a:off x="1685660" y="4726792"/>
            <a:ext cx="4058465" cy="769441"/>
          </a:xfrm>
          <a:prstGeom prst="rect">
            <a:avLst/>
          </a:prstGeom>
          <a:solidFill>
            <a:srgbClr val="006BCC">
              <a:alpha val="64706"/>
            </a:srgb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</a:rPr>
              <a:t>📞 </a:t>
            </a:r>
            <a:r>
              <a:rPr lang="fr-FR" sz="1600" b="0" i="0" dirty="0">
                <a:solidFill>
                  <a:schemeClr val="bg1"/>
                </a:solidFill>
                <a:effectLst/>
                <a:latin typeface="ui-monospace"/>
              </a:rPr>
              <a:t>Appelez-nous </a:t>
            </a:r>
            <a:r>
              <a:rPr lang="fr-FR" sz="1600" b="1" i="1" dirty="0">
                <a:solidFill>
                  <a:schemeClr val="bg1"/>
                </a:solidFill>
                <a:effectLst/>
                <a:latin typeface="ui-monospace"/>
              </a:rPr>
              <a:t>: 06 12 34 56 78</a:t>
            </a:r>
            <a:endParaRPr lang="fr-FR" sz="1600" b="1" i="1" dirty="0">
              <a:solidFill>
                <a:schemeClr val="bg1"/>
              </a:solidFill>
            </a:endParaRPr>
          </a:p>
          <a:p>
            <a:r>
              <a:rPr lang="fr-FR" sz="1400" dirty="0">
                <a:solidFill>
                  <a:schemeClr val="bg1"/>
                </a:solidFill>
              </a:rPr>
              <a:t>📧 </a:t>
            </a:r>
            <a:r>
              <a:rPr lang="fr-FR" sz="1400" b="0" i="0" dirty="0">
                <a:solidFill>
                  <a:schemeClr val="bg1"/>
                </a:solidFill>
                <a:effectLst/>
                <a:latin typeface="ui-monospace"/>
              </a:rPr>
              <a:t>Email </a:t>
            </a:r>
            <a:r>
              <a:rPr lang="fr-FR" sz="1400" b="0" i="1" dirty="0">
                <a:solidFill>
                  <a:schemeClr val="bg1"/>
                </a:solidFill>
                <a:effectLst/>
                <a:latin typeface="ui-monospace"/>
              </a:rPr>
              <a:t>: contact@assuranceauto-oz.com</a:t>
            </a:r>
            <a:r>
              <a:rPr lang="fr-FR" sz="1400" i="1" dirty="0">
                <a:solidFill>
                  <a:schemeClr val="bg1"/>
                </a:solidFill>
              </a:rPr>
              <a:t> </a:t>
            </a:r>
            <a:endParaRPr lang="fr-FR" sz="2000" i="1" dirty="0">
              <a:solidFill>
                <a:schemeClr val="bg1"/>
              </a:solidFill>
            </a:endParaRPr>
          </a:p>
          <a:p>
            <a:r>
              <a:rPr lang="fr-FR" sz="1400" dirty="0">
                <a:solidFill>
                  <a:schemeClr val="bg1"/>
                </a:solidFill>
              </a:rPr>
              <a:t>📍 </a:t>
            </a:r>
            <a:r>
              <a:rPr lang="fr-FR" sz="1400" b="0" i="0" dirty="0">
                <a:solidFill>
                  <a:schemeClr val="bg1"/>
                </a:solidFill>
                <a:effectLst/>
                <a:latin typeface="ui-monospace"/>
              </a:rPr>
              <a:t>Adresse </a:t>
            </a:r>
            <a:r>
              <a:rPr lang="fr-FR" sz="1400" b="0" i="1" dirty="0">
                <a:solidFill>
                  <a:schemeClr val="bg1"/>
                </a:solidFill>
                <a:effectLst/>
                <a:latin typeface="ui-monospace"/>
              </a:rPr>
              <a:t>: Avenue Mohammed V, Ouarzazate</a:t>
            </a:r>
            <a:r>
              <a:rPr lang="fr-FR" sz="1400" i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Rectangle : avec coins arrondis en haut 3">
            <a:extLst>
              <a:ext uri="{FF2B5EF4-FFF2-40B4-BE49-F238E27FC236}">
                <a16:creationId xmlns:a16="http://schemas.microsoft.com/office/drawing/2014/main" id="{CD26F3B1-C6FF-4389-B2EC-B549426A878F}"/>
              </a:ext>
            </a:extLst>
          </p:cNvPr>
          <p:cNvSpPr/>
          <p:nvPr/>
        </p:nvSpPr>
        <p:spPr>
          <a:xfrm rot="10800000">
            <a:off x="1609673" y="5753100"/>
            <a:ext cx="4503986" cy="684846"/>
          </a:xfrm>
          <a:prstGeom prst="round2SameRect">
            <a:avLst/>
          </a:prstGeom>
          <a:solidFill>
            <a:srgbClr val="C00000"/>
          </a:solidFill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D0501C-49DA-4817-A34D-5CA16EE29600}"/>
              </a:ext>
            </a:extLst>
          </p:cNvPr>
          <p:cNvSpPr/>
          <p:nvPr/>
        </p:nvSpPr>
        <p:spPr>
          <a:xfrm>
            <a:off x="2495276" y="5843181"/>
            <a:ext cx="2571750" cy="45383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dirty="0"/>
              <a:t>2025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F703150E-792C-4950-AB32-DF75DE56B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957" y="2183685"/>
            <a:ext cx="1244664" cy="552478"/>
          </a:xfrm>
          <a:prstGeom prst="rect">
            <a:avLst/>
          </a:prstGeom>
          <a:solidFill>
            <a:srgbClr val="EFF5FB"/>
          </a:solidFill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A7EB761-2813-4592-8C2D-12081DCB2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785" y="2976972"/>
            <a:ext cx="806491" cy="520727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11EDCAD2-E27F-45A3-B78A-75E0A6368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0678" y="2998234"/>
            <a:ext cx="654084" cy="603972"/>
          </a:xfrm>
          <a:prstGeom prst="rect">
            <a:avLst/>
          </a:prstGeom>
        </p:spPr>
      </p:pic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8CD367FE-EC9C-4C74-9EBE-3FB5C3855B3B}"/>
              </a:ext>
            </a:extLst>
          </p:cNvPr>
          <p:cNvCxnSpPr>
            <a:cxnSpLocks/>
          </p:cNvCxnSpPr>
          <p:nvPr/>
        </p:nvCxnSpPr>
        <p:spPr>
          <a:xfrm>
            <a:off x="2021529" y="5485978"/>
            <a:ext cx="3045497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D7D3C22-8D3D-40D1-9F18-9DFA4D9F902C}"/>
              </a:ext>
            </a:extLst>
          </p:cNvPr>
          <p:cNvCxnSpPr/>
          <p:nvPr/>
        </p:nvCxnSpPr>
        <p:spPr>
          <a:xfrm>
            <a:off x="2152650" y="4993679"/>
            <a:ext cx="2590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6CFC8DE5-ACFA-482B-A72E-86B167323499}"/>
              </a:ext>
            </a:extLst>
          </p:cNvPr>
          <p:cNvCxnSpPr/>
          <p:nvPr/>
        </p:nvCxnSpPr>
        <p:spPr>
          <a:xfrm>
            <a:off x="2095500" y="5229225"/>
            <a:ext cx="274108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Freeform 4">
            <a:extLst>
              <a:ext uri="{FF2B5EF4-FFF2-40B4-BE49-F238E27FC236}">
                <a16:creationId xmlns:a16="http://schemas.microsoft.com/office/drawing/2014/main" id="{B0CA88A6-96CF-4C6B-9B68-27EA15F2595F}"/>
              </a:ext>
            </a:extLst>
          </p:cNvPr>
          <p:cNvSpPr/>
          <p:nvPr/>
        </p:nvSpPr>
        <p:spPr>
          <a:xfrm>
            <a:off x="2602580" y="135581"/>
            <a:ext cx="714376" cy="509955"/>
          </a:xfrm>
          <a:custGeom>
            <a:avLst/>
            <a:gdLst/>
            <a:ahLst/>
            <a:cxnLst/>
            <a:rect l="l" t="t" r="r" b="b"/>
            <a:pathLst>
              <a:path w="1323101" h="988717">
                <a:moveTo>
                  <a:pt x="0" y="0"/>
                </a:moveTo>
                <a:lnTo>
                  <a:pt x="1323101" y="0"/>
                </a:lnTo>
                <a:lnTo>
                  <a:pt x="1323101" y="988717"/>
                </a:lnTo>
                <a:lnTo>
                  <a:pt x="0" y="98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sz="700" dirty="0"/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3C687C63-4DA9-418B-B21F-32895795F0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843" y="0"/>
            <a:ext cx="4486326" cy="957751"/>
          </a:xfrm>
          <a:prstGeom prst="rect">
            <a:avLst/>
          </a:prstGeom>
        </p:spPr>
      </p:pic>
      <p:sp>
        <p:nvSpPr>
          <p:cNvPr id="43" name="Freeform 4">
            <a:extLst>
              <a:ext uri="{FF2B5EF4-FFF2-40B4-BE49-F238E27FC236}">
                <a16:creationId xmlns:a16="http://schemas.microsoft.com/office/drawing/2014/main" id="{7C1C0533-304F-40A2-B6E4-CF77B383A381}"/>
              </a:ext>
            </a:extLst>
          </p:cNvPr>
          <p:cNvSpPr/>
          <p:nvPr/>
        </p:nvSpPr>
        <p:spPr>
          <a:xfrm>
            <a:off x="2380802" y="165662"/>
            <a:ext cx="636660" cy="405500"/>
          </a:xfrm>
          <a:custGeom>
            <a:avLst/>
            <a:gdLst/>
            <a:ahLst/>
            <a:cxnLst/>
            <a:rect l="l" t="t" r="r" b="b"/>
            <a:pathLst>
              <a:path w="1323101" h="988717">
                <a:moveTo>
                  <a:pt x="0" y="0"/>
                </a:moveTo>
                <a:lnTo>
                  <a:pt x="1323101" y="0"/>
                </a:lnTo>
                <a:lnTo>
                  <a:pt x="1323101" y="988717"/>
                </a:lnTo>
                <a:lnTo>
                  <a:pt x="0" y="988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618F398-0D84-42DA-A1F7-964C22FC8AB8}"/>
              </a:ext>
            </a:extLst>
          </p:cNvPr>
          <p:cNvSpPr/>
          <p:nvPr/>
        </p:nvSpPr>
        <p:spPr>
          <a:xfrm>
            <a:off x="2892392" y="315533"/>
            <a:ext cx="2073984" cy="410855"/>
          </a:xfrm>
          <a:prstGeom prst="rect">
            <a:avLst/>
          </a:prstGeom>
          <a:solidFill>
            <a:srgbClr val="E3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ssurance</a:t>
            </a:r>
            <a:r>
              <a:rPr lang="en-US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1" dirty="0">
                <a:solidFill>
                  <a:schemeClr val="accent4"/>
                </a:solidFill>
                <a:latin typeface="Canva Sans"/>
                <a:ea typeface="Canva Sans"/>
                <a:cs typeface="Canva Sans"/>
                <a:sym typeface="Canva Sans"/>
              </a:rPr>
              <a:t>Auto</a:t>
            </a:r>
            <a:r>
              <a:rPr lang="en-US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r>
              <a:rPr lang="fr-FR" sz="1400" dirty="0"/>
              <a:t>              </a:t>
            </a:r>
            <a:r>
              <a:rPr lang="fr-FR" sz="1400" b="1" dirty="0">
                <a:solidFill>
                  <a:schemeClr val="accent4"/>
                </a:solidFill>
              </a:rPr>
              <a:t>Ouarzazate </a:t>
            </a:r>
            <a:endParaRPr lang="en-US" sz="14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466113FE-FF6F-487B-A94B-3EB79A188A31}"/>
              </a:ext>
            </a:extLst>
          </p:cNvPr>
          <p:cNvCxnSpPr>
            <a:cxnSpLocks/>
          </p:cNvCxnSpPr>
          <p:nvPr/>
        </p:nvCxnSpPr>
        <p:spPr>
          <a:xfrm>
            <a:off x="4417883" y="646389"/>
            <a:ext cx="418703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EC125471-00F9-49AC-840D-166175769161}"/>
              </a:ext>
            </a:extLst>
          </p:cNvPr>
          <p:cNvCxnSpPr>
            <a:cxnSpLocks/>
          </p:cNvCxnSpPr>
          <p:nvPr/>
        </p:nvCxnSpPr>
        <p:spPr>
          <a:xfrm flipH="1">
            <a:off x="3102289" y="646389"/>
            <a:ext cx="363754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Freeform 5">
            <a:extLst>
              <a:ext uri="{FF2B5EF4-FFF2-40B4-BE49-F238E27FC236}">
                <a16:creationId xmlns:a16="http://schemas.microsoft.com/office/drawing/2014/main" id="{02AE706B-D93F-46A0-B97E-D5CC16A39444}"/>
              </a:ext>
            </a:extLst>
          </p:cNvPr>
          <p:cNvSpPr/>
          <p:nvPr/>
        </p:nvSpPr>
        <p:spPr>
          <a:xfrm>
            <a:off x="2558974" y="95144"/>
            <a:ext cx="1486252" cy="315699"/>
          </a:xfrm>
          <a:custGeom>
            <a:avLst/>
            <a:gdLst/>
            <a:ahLst/>
            <a:cxnLst/>
            <a:rect l="l" t="t" r="r" b="b"/>
            <a:pathLst>
              <a:path w="2964330" h="560528">
                <a:moveTo>
                  <a:pt x="0" y="0"/>
                </a:moveTo>
                <a:lnTo>
                  <a:pt x="2964330" y="0"/>
                </a:lnTo>
                <a:lnTo>
                  <a:pt x="2964330" y="560528"/>
                </a:lnTo>
                <a:lnTo>
                  <a:pt x="0" y="560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">
            <a:extLst>
              <a:ext uri="{FF2B5EF4-FFF2-40B4-BE49-F238E27FC236}">
                <a16:creationId xmlns:a16="http://schemas.microsoft.com/office/drawing/2014/main" id="{EC3900DF-550D-4308-8C33-3463C72A8373}"/>
              </a:ext>
            </a:extLst>
          </p:cNvPr>
          <p:cNvSpPr/>
          <p:nvPr/>
        </p:nvSpPr>
        <p:spPr>
          <a:xfrm>
            <a:off x="3195634" y="225452"/>
            <a:ext cx="1027764" cy="164070"/>
          </a:xfrm>
          <a:custGeom>
            <a:avLst/>
            <a:gdLst/>
            <a:ahLst/>
            <a:cxnLst/>
            <a:rect l="l" t="t" r="r" b="b"/>
            <a:pathLst>
              <a:path w="2964330" h="560528">
                <a:moveTo>
                  <a:pt x="0" y="0"/>
                </a:moveTo>
                <a:lnTo>
                  <a:pt x="2964330" y="0"/>
                </a:lnTo>
                <a:lnTo>
                  <a:pt x="2964330" y="560528"/>
                </a:lnTo>
                <a:lnTo>
                  <a:pt x="0" y="560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0CE92F1B-9CCC-4CDC-9300-DC8EAC4B67B7}"/>
              </a:ext>
            </a:extLst>
          </p:cNvPr>
          <p:cNvSpPr txBox="1"/>
          <p:nvPr/>
        </p:nvSpPr>
        <p:spPr>
          <a:xfrm>
            <a:off x="2905597" y="705159"/>
            <a:ext cx="18768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>
                <a:solidFill>
                  <a:schemeClr val="bg1"/>
                </a:solidFill>
              </a:rPr>
              <a:t>Votre</a:t>
            </a:r>
            <a:r>
              <a:rPr lang="fr-FR" sz="1100" i="1" dirty="0">
                <a:solidFill>
                  <a:schemeClr val="bg1"/>
                </a:solidFill>
              </a:rPr>
              <a:t> sécurité, notre priorité !</a:t>
            </a:r>
          </a:p>
        </p:txBody>
      </p:sp>
    </p:spTree>
    <p:extLst>
      <p:ext uri="{BB962C8B-B14F-4D97-AF65-F5344CB8AC3E}">
        <p14:creationId xmlns:p14="http://schemas.microsoft.com/office/powerpoint/2010/main" val="41961380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53</Words>
  <Application>Microsoft Office PowerPoint</Application>
  <PresentationFormat>Grand écran</PresentationFormat>
  <Paragraphs>16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Canva Sans</vt:lpstr>
      <vt:lpstr>ui-monospace</vt:lpstr>
      <vt:lpstr>Wingdings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elaallaouinazha@gmail.com</dc:creator>
  <cp:lastModifiedBy>elaallaouinazha@gmail.com</cp:lastModifiedBy>
  <cp:revision>25</cp:revision>
  <dcterms:created xsi:type="dcterms:W3CDTF">2025-12-31T20:39:34Z</dcterms:created>
  <dcterms:modified xsi:type="dcterms:W3CDTF">2026-01-01T11:56:25Z</dcterms:modified>
</cp:coreProperties>
</file>